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· INDIAN FACE 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B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Face Auth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1B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Post-Demo Review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· Security framework · Datalake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· Live demo at NHAI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Offline-first, sync-when-connected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runs fully offline. Attendance records sync to the cloud when connectivity is available.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4718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182880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232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0.74 · TFLite EdgeFace-S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 + recognition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+ passive liveness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queue, encrypted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2988" y="1920240"/>
            <a:ext cx="264718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2988" y="1920240"/>
            <a:ext cx="54864" cy="182880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515868" y="2057400"/>
            <a:ext cx="232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15868" y="2377440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POST via NetInfo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guarded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backoff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Purges on server 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1920240"/>
            <a:ext cx="264718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1920240"/>
            <a:ext cx="54864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2057400"/>
            <a:ext cx="232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1656" y="2377440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store.ts integrity guard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30/min/device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collision detect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84564" y="1920240"/>
            <a:ext cx="264718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84564" y="1920240"/>
            <a:ext cx="54864" cy="182880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20" name="Text 18"/>
          <p:cNvSpPr/>
          <p:nvPr/>
        </p:nvSpPr>
        <p:spPr>
          <a:xfrm>
            <a:off x="9267444" y="2057400"/>
            <a:ext cx="232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 &amp; Admin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67444" y="2377440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sharded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reporting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95828" y="256032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71616" y="256032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47404" y="2560320"/>
            <a:ext cx="160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5303520" cy="173736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4165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detected → TFLite recognition + liveness → attendance record queued locally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NetInfo triggers sync → pending records POSTed to backend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(guard), stores to PostgreSQL, returns ack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purges only acknowledged records — no data loss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4069080"/>
            <a:ext cx="5303520" cy="173736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160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4165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MMKV-encrypted on-device queue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left behind on network loss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capped (SYNC.batchSize)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on next app launch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is on-device. The backend never sees raw video or embeddings — only verified attendance records.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Defence-in-depth across device &amp; cloud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5544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Liveness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105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blink/smile/turn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challenge, 2-of-4 per attempt.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Motion-range defeat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photos.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54864" cy="1554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Anti-Spoof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8105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MiniFASNet on-device TFLite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 Screen/print replay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via texture analysis.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54864" cy="155448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Lockout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8105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On-device: 5 consecutive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→ lockout 1m, 2m, 4m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(exponential). Prevents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presentation.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3716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371600"/>
            <a:ext cx="54864" cy="15544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14813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Guard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181051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store.ts guard(): score sanity,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timestamps,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30/min/deviceId, cross-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collision detection.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 COVERAGE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651760" cy="91440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Anti-spoof layers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30/min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 device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2651760" cy="91440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Exponential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1792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escalation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98280" y="3657600"/>
            <a:ext cx="2651760" cy="91440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Guard()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9828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write paths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blocking events are persisted to the attendance queue and synced — zero blind spots.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nervous system for site-level &amp; cross-site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03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" cy="146304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records flow: 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verified (or blocked) attend is queued on-device, synced to the backend on connectivity, and written to the sharded PostgreSQL database. The admin web dashboard exposes real-time KPIs — liveness pass rate, attack count, site-level attendance, and per-device guard violations.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8076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3035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0760" y="1737360"/>
            <a:ext cx="54864" cy="146304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874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attendance aggregation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liveness pass-rate monitoring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Attack-pattern detection per device / site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compliance dashboards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 guard violations, low pass rates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DASHBOARD KPIs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2651760" cy="100584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9,708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identities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931920"/>
            <a:ext cx="2651760" cy="100584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27k+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3756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2651760" cy="100584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≥99%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pass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3931920"/>
            <a:ext cx="2651760" cy="100584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5D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09828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Per-attack reporting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11274552" cy="1097280"/>
          </a:xfrm>
          <a:prstGeom prst="rect">
            <a:avLst/>
          </a:prstGeom>
          <a:solidFill>
            <a:srgbClr val="E7EE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85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 PIPELINE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541264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(offline queue) → Sync POST → Backend guard() / validate → PostgreSQL (sharded by month) → Admin dashboard → Export / reporting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carries deviceId, userId, livenessPassed, geofence info — every record is actionable.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Hardening &amp;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8686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liveness calibration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Field-collect MiniFASNet score distributions to set thresholds that block attacks without false-rejecting real users. Then enable REQUIRE_PASSIVE_LIVENESS and PASSIVE_SCREEN_BLOCK.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112745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50008"/>
            <a:ext cx="54864" cy="8686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 expansion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analytics pipeline for trend analysis, anomaly detection, and automated alerting rules per site / device.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112745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28416"/>
            <a:ext cx="54864" cy="8686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01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enhancements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75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drill-down to individual attendance records, geofence zone management via the web UI.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306824"/>
            <a:ext cx="112745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306824"/>
            <a:ext cx="54864" cy="8686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79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6542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under load: 100+ concurrent devices, partitioned PostgreSQL, proxy-worker sharding for horizontal scale.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285232"/>
            <a:ext cx="112745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285232"/>
            <a:ext cx="54864" cy="868680"/>
          </a:xfrm>
          <a:prstGeom prst="rect">
            <a:avLst/>
          </a:prstGeom>
          <a:solidFill>
            <a:srgbClr val="2F5D9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58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6327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security audit targeting on-device liveness bypass, sync-channel tampering, and backend API abuse.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· Offline Face Auth · July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Face Auth — Post-Demo</dc:title>
  <dc:subject>PptxGenJS Presentation</dc:subject>
  <dc:creator>NHAI</dc:creator>
  <cp:lastModifiedBy>NHAI</cp:lastModifiedBy>
  <cp:revision>1</cp:revision>
  <dcterms:created xsi:type="dcterms:W3CDTF">2026-07-28T11:45:38Z</dcterms:created>
  <dcterms:modified xsi:type="dcterms:W3CDTF">2026-07-28T11:45:38Z</dcterms:modified>
</cp:coreProperties>
</file>